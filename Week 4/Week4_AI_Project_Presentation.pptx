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Mean CV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 (%)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SVM (RBF)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98.02</c:v>
                </c:pt>
                <c:pt idx="1">
                  <c:v>97.14</c:v>
                </c:pt>
                <c:pt idx="2">
                  <c:v>95.82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complete ML application from data to deployed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09728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Diagnosis Predictor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project deployed with Flask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Task: AI Project Deployment &amp; Capstone  |  [Your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2527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ML project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18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training, testing, deployment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350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the model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157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/ Joblib, simple prediction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47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complete application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130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tests, presentation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whether a tumour is malignant or benign from 30 cell-nucleus measurements.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Wisconsin Diagnostic Breast Cancer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samples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188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(357 / 212)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803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nucleus properties: radius, texture, perimeter, area, smoothness, compactness, concavity, concave points, symmetry, fractal dimension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summarised as mean, standard error and worst value = 30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train-test split (455 / 114), random_state = 42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&amp; inspect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Stratified split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Scale + model (Pipeline)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CV + GridSearch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 on test set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60320" y="30175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Joblib / Pickle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Flask API + UI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lives inside the Pipeline, so no data leakage and identical preprocessing at prediction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(5-fold CV)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2801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most stable CV score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tiny, interpretable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tuned C = 0.1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Unseen Test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051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8803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794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pic>
        <p:nvPicPr>
          <p:cNvPr id="16" name="Image 0" descr="/home/claude/ml-deployment-capstone/repor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05840"/>
            <a:ext cx="4023360" cy="321868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29768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114 test samples misclassified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93776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joblib, pickle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the full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joblib.dump(model, "models/model.joblib")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pickle.dump(model, open("models/model.pkl","wb"))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inside the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joblib.load("models/model.joblib")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1887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Joblib: loaded by the API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Pickle: standard-library alternative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metadata.json: feature names, ranges, metrics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load model files from trusted sources, and with the same scikit-learn version.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Prediction API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interface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names &amp; ranges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in, prediction + confidence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  -&gt;  {"prediction": "malignant", "confidence": 1.0,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"probabilities": {"benign": 0.0, "malignant": 1.0}}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input  -&gt;  HTTP 400 {"error": "Missing features: [...]"}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automated API tests, all passing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malformed and missing inputs covered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 verified with curl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production server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build, train, serve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Render / Railway / AWS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train.py, then python app.py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lifecycle delivered, from raw data to a live API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test accuracy, 0.996 ROC-AUC with a simple, explainable model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and Pickle, served through Flask with validation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threshold tuning for malignant recall, SHAP explanations, CI/CD, FastAPI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demo only; not a medical device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 Deployment &amp; Capstone</dc:title>
  <dc:subject>PptxGenJS Presentation</dc:subject>
  <dc:creator>PptxGenJS</dc:creator>
  <cp:lastModifiedBy>PptxGenJS</cp:lastModifiedBy>
  <cp:revision>1</cp:revision>
  <dcterms:created xsi:type="dcterms:W3CDTF">2026-10-05T13:45:30Z</dcterms:created>
  <dcterms:modified xsi:type="dcterms:W3CDTF">2026-10-05T13:45:30Z</dcterms:modified>
</cp:coreProperties>
</file>